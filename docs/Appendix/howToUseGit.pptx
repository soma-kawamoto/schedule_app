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>
        <p:scale>
          <a:sx n="64" d="100"/>
          <a:sy n="64" d="100"/>
        </p:scale>
        <p:origin x="24" y="5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4A124B-465D-9DC6-44A4-0750AA519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D874977-DA1F-44C5-0505-3A5229FA9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E92D73-F728-80C8-7079-D115020E2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BA01-389B-4EE7-9FAE-71B72548991F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C72B9D-122A-3E94-185C-2248BA3A7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D5BB1F-D54C-5A34-8A4D-23340F60C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FEEA9-7962-4A98-A7AD-54F98172C9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4870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3B9495-0FE6-BFEE-A0BE-BB3B59405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5037AB-283E-FC38-D4B6-4725B2A6C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0A1654-6B9C-021A-00F1-851E48501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BA01-389B-4EE7-9FAE-71B72548991F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315F24-CB5C-E2A3-C7CA-B59218E80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6D8DBD-09D2-1D88-80A4-617C8FE8B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FEEA9-7962-4A98-A7AD-54F98172C9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1008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71CBDA-5B48-775B-8882-4858A761E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3D4192-8527-96DA-3D35-57E42050E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7AA983-2253-BACD-C879-85FA01966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BA01-389B-4EE7-9FAE-71B72548991F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F9184E-D78C-E674-343C-AA375E7BE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5BF5CF-46CA-87BF-2B1E-1961A7ED1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FEEA9-7962-4A98-A7AD-54F98172C9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4406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BE0161-6511-271A-0A6D-D6594DCB2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B5B905-1763-6C93-DE23-F8D681287E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FA9A063-2123-26B2-EB88-F7934B59F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606D595-293F-A3D8-3D5E-A75A6AD3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BA01-389B-4EE7-9FAE-71B72548991F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F378BC-6F10-BE1E-1160-6BCE2FE4D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FFDA6D9-98C7-CDBC-D48B-4DC935AEA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FEEA9-7962-4A98-A7AD-54F98172C9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7907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4A1B57-FAAA-A2D3-D489-22EB622AF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29F202E-4871-1608-E411-E5A85C3EC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73FFA25-1C5F-1C3B-831B-C1EFE9ECE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15662AE-D540-2231-8365-6A45B38E3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80D4B44-1491-F5B0-7F6A-F877C99DD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ADE3767-4D7B-CFFB-ED33-988F171E1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BA01-389B-4EE7-9FAE-71B72548991F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3633AED-B9D7-50D9-16BE-ABE48ED76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C0FF058-AD6D-C1DC-178E-8636374E9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FEEA9-7962-4A98-A7AD-54F98172C9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1787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B66F88-C2A0-2D8E-BA24-B6E14050D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7CB0A50-54CC-F707-7E2F-A42856594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BA01-389B-4EE7-9FAE-71B72548991F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52C153C-3D52-6C12-FB95-B5F317E56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B196A7C-0263-6BA5-2859-15F21865B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FEEA9-7962-4A98-A7AD-54F98172C9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272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0F36810-4F6B-3448-6946-B859A1EE7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BA01-389B-4EE7-9FAE-71B72548991F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976D2E6-EE26-8C12-9D0F-3C135A14D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B1B59C9-6B27-77F7-231C-4FE99371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FEEA9-7962-4A98-A7AD-54F98172C9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1596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F95FFC-10BA-45EA-CE63-FC971D64E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4F3A54-B05A-5DAE-811F-6E4B31E0A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4A07EAF-83A8-3310-C81F-DA7C9BE92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C9035B6-F9DE-3D9C-BAF1-2618C5C0A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BA01-389B-4EE7-9FAE-71B72548991F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AD5FCC-A24D-B80F-3E9C-DC38DEF5E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1AF0952-16D6-1B19-B6F1-C5BBFC58C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FEEA9-7962-4A98-A7AD-54F98172C9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1870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F13B4A-D6F6-E74E-E024-DF4E520A2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154727B-0516-AECA-793F-0B6C4AB7B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C5AC92E-613E-1623-1335-A826DDE23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4CEEC0-3040-037F-49BF-95E931F06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BA01-389B-4EE7-9FAE-71B72548991F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CAE8C3A-A247-FA74-F2D0-BB49C2E7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6A56BD6-1C50-FD4F-3968-4DC9CF63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FEEA9-7962-4A98-A7AD-54F98172C9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4536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CB517A-AF64-505C-327E-44A3DFA62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D7F0A23-5BA6-693A-B7A2-7226379ED8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0B760F-4C61-4586-4E53-E308A384F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BA01-389B-4EE7-9FAE-71B72548991F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0A8944-A6E0-6D08-8E20-CA0BE448C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349249-386A-5C08-11AE-6E4A28961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FEEA9-7962-4A98-A7AD-54F98172C9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8700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C932BBA-E4F4-E41E-7E31-BCBB36FA94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80AC2EC-3D09-E698-5B37-8FF2EDAC5C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D58C40-F832-23E8-65D5-9A40E130E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BA01-389B-4EE7-9FAE-71B72548991F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26C981-AF16-A84C-366B-B8C32A034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0355A1-AA47-73FD-D290-B6DC9882C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FEEA9-7962-4A98-A7AD-54F98172C9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0668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85D6C73-125A-6486-25F7-5985EAE97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D0EA09-70E3-878B-425F-51DC05146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FF0236-7729-76BB-686E-25930435A1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86BA01-389B-4EE7-9FAE-71B72548991F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842429-5337-022D-97A9-B236C218D7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2620E5-ADF4-7E24-9B7B-61987F0CE7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DFEEA9-7962-4A98-A7AD-54F98172C9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7503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ED151CA1-670B-2411-8DEB-5031B43FA4D8}"/>
              </a:ext>
            </a:extLst>
          </p:cNvPr>
          <p:cNvCxnSpPr>
            <a:cxnSpLocks/>
            <a:endCxn id="16" idx="4"/>
          </p:cNvCxnSpPr>
          <p:nvPr/>
        </p:nvCxnSpPr>
        <p:spPr>
          <a:xfrm flipH="1">
            <a:off x="5764522" y="83199"/>
            <a:ext cx="21770" cy="2392909"/>
          </a:xfrm>
          <a:prstGeom prst="line">
            <a:avLst/>
          </a:prstGeom>
          <a:ln w="762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0D4AA52-4A41-3845-F09A-EF644C1B7F66}"/>
              </a:ext>
            </a:extLst>
          </p:cNvPr>
          <p:cNvCxnSpPr/>
          <p:nvPr/>
        </p:nvCxnSpPr>
        <p:spPr>
          <a:xfrm>
            <a:off x="881743" y="119743"/>
            <a:ext cx="0" cy="3015343"/>
          </a:xfrm>
          <a:prstGeom prst="line">
            <a:avLst/>
          </a:prstGeom>
          <a:ln w="762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FB5B4110-E710-06CD-5312-54895AF3C51F}"/>
              </a:ext>
            </a:extLst>
          </p:cNvPr>
          <p:cNvCxnSpPr/>
          <p:nvPr/>
        </p:nvCxnSpPr>
        <p:spPr>
          <a:xfrm>
            <a:off x="881743" y="2291443"/>
            <a:ext cx="0" cy="3015343"/>
          </a:xfrm>
          <a:prstGeom prst="line">
            <a:avLst/>
          </a:prstGeom>
          <a:ln w="762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9" name="楕円 8">
            <a:extLst>
              <a:ext uri="{FF2B5EF4-FFF2-40B4-BE49-F238E27FC236}">
                <a16:creationId xmlns:a16="http://schemas.microsoft.com/office/drawing/2014/main" id="{60D9DA17-23A1-A922-1044-817A442EFD97}"/>
              </a:ext>
            </a:extLst>
          </p:cNvPr>
          <p:cNvSpPr/>
          <p:nvPr/>
        </p:nvSpPr>
        <p:spPr>
          <a:xfrm>
            <a:off x="775606" y="2185307"/>
            <a:ext cx="212271" cy="212271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8472729B-5877-EC08-4C18-41E9BC73FFD9}"/>
              </a:ext>
            </a:extLst>
          </p:cNvPr>
          <p:cNvSpPr/>
          <p:nvPr/>
        </p:nvSpPr>
        <p:spPr>
          <a:xfrm>
            <a:off x="775606" y="3257550"/>
            <a:ext cx="212271" cy="212271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9A86039-0F8E-1609-2F7A-049A860C0010}"/>
              </a:ext>
            </a:extLst>
          </p:cNvPr>
          <p:cNvSpPr txBox="1"/>
          <p:nvPr/>
        </p:nvSpPr>
        <p:spPr>
          <a:xfrm>
            <a:off x="1159329" y="3179019"/>
            <a:ext cx="179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sz="2400" b="1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154DE9F-C750-AD86-6D5F-5D109A13BD01}"/>
              </a:ext>
            </a:extLst>
          </p:cNvPr>
          <p:cNvSpPr txBox="1"/>
          <p:nvPr/>
        </p:nvSpPr>
        <p:spPr>
          <a:xfrm>
            <a:off x="1159329" y="2106776"/>
            <a:ext cx="179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frontend</a:t>
            </a:r>
            <a:endParaRPr kumimoji="1" lang="ja-JP" altLang="en-US" sz="2400" b="1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A603DF0D-B36B-EC20-B7F9-DEE2BFF08667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4792979" y="3548352"/>
            <a:ext cx="1" cy="1836965"/>
          </a:xfrm>
          <a:prstGeom prst="line">
            <a:avLst/>
          </a:prstGeom>
          <a:ln w="762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" name="コネクタ: 曲線 14">
            <a:extLst>
              <a:ext uri="{FF2B5EF4-FFF2-40B4-BE49-F238E27FC236}">
                <a16:creationId xmlns:a16="http://schemas.microsoft.com/office/drawing/2014/main" id="{CE70D1D4-2D0D-F01B-8866-A85469B6D935}"/>
              </a:ext>
            </a:extLst>
          </p:cNvPr>
          <p:cNvCxnSpPr>
            <a:cxnSpLocks/>
          </p:cNvCxnSpPr>
          <p:nvPr/>
        </p:nvCxnSpPr>
        <p:spPr>
          <a:xfrm flipV="1">
            <a:off x="4792976" y="1910443"/>
            <a:ext cx="1796143" cy="1518557"/>
          </a:xfrm>
          <a:prstGeom prst="curvedConnector3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楕円 15">
            <a:extLst>
              <a:ext uri="{FF2B5EF4-FFF2-40B4-BE49-F238E27FC236}">
                <a16:creationId xmlns:a16="http://schemas.microsoft.com/office/drawing/2014/main" id="{7C1C1F68-8786-985F-3780-74A2A670778E}"/>
              </a:ext>
            </a:extLst>
          </p:cNvPr>
          <p:cNvSpPr/>
          <p:nvPr/>
        </p:nvSpPr>
        <p:spPr>
          <a:xfrm>
            <a:off x="5658386" y="2263837"/>
            <a:ext cx="212271" cy="212271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3271CBF8-2BF4-6505-19F3-BAB7714F1600}"/>
              </a:ext>
            </a:extLst>
          </p:cNvPr>
          <p:cNvSpPr/>
          <p:nvPr/>
        </p:nvSpPr>
        <p:spPr>
          <a:xfrm>
            <a:off x="4686843" y="3336081"/>
            <a:ext cx="212271" cy="212271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00E2272-5E20-F208-0B37-5043A44D601D}"/>
              </a:ext>
            </a:extLst>
          </p:cNvPr>
          <p:cNvSpPr txBox="1"/>
          <p:nvPr/>
        </p:nvSpPr>
        <p:spPr>
          <a:xfrm>
            <a:off x="5070566" y="3257550"/>
            <a:ext cx="179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sz="2400" b="1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588D894-83D0-6486-2C8D-CBE03DF5E435}"/>
              </a:ext>
            </a:extLst>
          </p:cNvPr>
          <p:cNvSpPr txBox="1"/>
          <p:nvPr/>
        </p:nvSpPr>
        <p:spPr>
          <a:xfrm>
            <a:off x="5952307" y="2212912"/>
            <a:ext cx="179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frontend</a:t>
            </a:r>
            <a:endParaRPr kumimoji="1" lang="ja-JP" altLang="en-US" sz="2400" b="1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B417810F-ADAA-E0DD-B2E7-245BCCC502B2}"/>
              </a:ext>
            </a:extLst>
          </p:cNvPr>
          <p:cNvSpPr/>
          <p:nvPr/>
        </p:nvSpPr>
        <p:spPr>
          <a:xfrm>
            <a:off x="5827634" y="1572397"/>
            <a:ext cx="1191476" cy="7190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5EA49D95-4B04-7DAB-0F90-863AE8939F7C}"/>
              </a:ext>
            </a:extLst>
          </p:cNvPr>
          <p:cNvSpPr/>
          <p:nvPr/>
        </p:nvSpPr>
        <p:spPr>
          <a:xfrm>
            <a:off x="502920" y="10776"/>
            <a:ext cx="5677185" cy="19113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418A4DD-1E0B-A916-EF50-B17BEA024AA1}"/>
              </a:ext>
            </a:extLst>
          </p:cNvPr>
          <p:cNvSpPr txBox="1"/>
          <p:nvPr/>
        </p:nvSpPr>
        <p:spPr>
          <a:xfrm>
            <a:off x="2258347" y="2704555"/>
            <a:ext cx="17961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0" b="1" dirty="0">
                <a:solidFill>
                  <a:srgbClr val="00B0F0"/>
                </a:solidFill>
                <a:latin typeface="Consolas" panose="020B0609020204030204" pitchFamily="49" charset="0"/>
              </a:rPr>
              <a:t>=</a:t>
            </a:r>
            <a:endParaRPr kumimoji="1" lang="ja-JP" altLang="en-US" sz="8000" b="1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07C3C34-CE99-1618-4BB0-4977E87BBE01}"/>
              </a:ext>
            </a:extLst>
          </p:cNvPr>
          <p:cNvSpPr txBox="1"/>
          <p:nvPr/>
        </p:nvSpPr>
        <p:spPr>
          <a:xfrm>
            <a:off x="7434939" y="3179019"/>
            <a:ext cx="4597734" cy="206210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2400" dirty="0">
                <a:latin typeface="Ubuntu" panose="020F0502020204030204" pitchFamily="34" charset="0"/>
                <a:ea typeface="Yu Gothic UI" panose="020B0500000000000000" pitchFamily="50" charset="-128"/>
              </a:rPr>
              <a:t>さっきの常体。</a:t>
            </a:r>
            <a:endParaRPr lang="en-US" altLang="ja-JP" sz="2400" dirty="0">
              <a:latin typeface="Ubuntu" panose="020F0502020204030204" pitchFamily="34" charset="0"/>
              <a:ea typeface="Yu Gothic UI" panose="020B0500000000000000" pitchFamily="50" charset="-128"/>
            </a:endParaRPr>
          </a:p>
          <a:p>
            <a:pPr algn="ctr"/>
            <a:r>
              <a:rPr kumimoji="1" lang="en-US" altLang="ja-JP" sz="2400" dirty="0">
                <a:latin typeface="Ubuntu" panose="020F0502020204030204" pitchFamily="34" charset="0"/>
                <a:ea typeface="Yu Gothic UI" panose="020B0500000000000000" pitchFamily="50" charset="-128"/>
              </a:rPr>
              <a:t>Main</a:t>
            </a:r>
            <a:r>
              <a:rPr kumimoji="1" lang="ja-JP" altLang="en-US" sz="2400" dirty="0">
                <a:latin typeface="Ubuntu" panose="020F0502020204030204" pitchFamily="34" charset="0"/>
                <a:ea typeface="Yu Gothic UI" panose="020B0500000000000000" pitchFamily="50" charset="-128"/>
              </a:rPr>
              <a:t>の先に</a:t>
            </a:r>
            <a:r>
              <a:rPr kumimoji="1" lang="en-US" altLang="ja-JP" sz="2400" dirty="0">
                <a:latin typeface="Ubuntu" panose="020F0502020204030204" pitchFamily="34" charset="0"/>
                <a:ea typeface="Yu Gothic UI" panose="020B0500000000000000" pitchFamily="50" charset="-128"/>
              </a:rPr>
              <a:t>frontend</a:t>
            </a:r>
            <a:r>
              <a:rPr kumimoji="1" lang="ja-JP" altLang="en-US" sz="2400" dirty="0">
                <a:latin typeface="Ubuntu" panose="020F0502020204030204" pitchFamily="34" charset="0"/>
                <a:ea typeface="Yu Gothic UI" panose="020B0500000000000000" pitchFamily="50" charset="-128"/>
              </a:rPr>
              <a:t>があるのなら、</a:t>
            </a:r>
            <a:endParaRPr kumimoji="1" lang="en-US" altLang="ja-JP" sz="2400" dirty="0">
              <a:latin typeface="Ubuntu" panose="020F0502020204030204" pitchFamily="34" charset="0"/>
              <a:ea typeface="Yu Gothic UI" panose="020B0500000000000000" pitchFamily="50" charset="-128"/>
            </a:endParaRPr>
          </a:p>
          <a:p>
            <a:pPr algn="ctr"/>
            <a:r>
              <a:rPr lang="ja-JP" altLang="en-US" sz="2400" dirty="0">
                <a:latin typeface="Ubuntu" panose="020F0502020204030204" pitchFamily="34" charset="0"/>
                <a:ea typeface="Yu Gothic UI" panose="020B0500000000000000" pitchFamily="50" charset="-128"/>
              </a:rPr>
              <a:t>実質枝が</a:t>
            </a:r>
            <a:r>
              <a:rPr lang="en-US" altLang="ja-JP" sz="2400" dirty="0">
                <a:latin typeface="Ubuntu" panose="020F0502020204030204" pitchFamily="34" charset="0"/>
                <a:ea typeface="Yu Gothic UI" panose="020B0500000000000000" pitchFamily="50" charset="-128"/>
              </a:rPr>
              <a:t>1</a:t>
            </a:r>
            <a:r>
              <a:rPr lang="ja-JP" altLang="en-US" sz="2400" dirty="0">
                <a:latin typeface="Ubuntu" panose="020F0502020204030204" pitchFamily="34" charset="0"/>
                <a:ea typeface="Yu Gothic UI" panose="020B0500000000000000" pitchFamily="50" charset="-128"/>
              </a:rPr>
              <a:t>本なのと同じ。</a:t>
            </a:r>
            <a:endParaRPr lang="en-US" altLang="ja-JP" sz="2400" dirty="0">
              <a:latin typeface="Ubuntu" panose="020F0502020204030204" pitchFamily="34" charset="0"/>
              <a:ea typeface="Yu Gothic UI" panose="020B0500000000000000" pitchFamily="50" charset="-128"/>
            </a:endParaRPr>
          </a:p>
          <a:p>
            <a:pPr algn="ctr"/>
            <a:r>
              <a:rPr kumimoji="1" lang="en-US" altLang="ja-JP" sz="2400" dirty="0">
                <a:latin typeface="Ubuntu" panose="020F0502020204030204" pitchFamily="34" charset="0"/>
                <a:ea typeface="Yu Gothic UI" panose="020B0500000000000000" pitchFamily="50" charset="-128"/>
              </a:rPr>
              <a:t>||</a:t>
            </a:r>
          </a:p>
          <a:p>
            <a:pPr algn="ctr"/>
            <a:r>
              <a:rPr lang="ja-JP" altLang="en-US" sz="3200" b="1" u="sng" dirty="0">
                <a:latin typeface="Ubuntu" panose="020F0502020204030204" pitchFamily="34" charset="0"/>
                <a:ea typeface="Yu Gothic UI" panose="020B0500000000000000" pitchFamily="50" charset="-128"/>
              </a:rPr>
              <a:t>色は分かれない！</a:t>
            </a:r>
            <a:endParaRPr kumimoji="1" lang="ja-JP" altLang="en-US" sz="3200" b="1" u="sng" dirty="0">
              <a:latin typeface="Ubuntu" panose="020F0502020204030204" pitchFamily="34" charset="0"/>
              <a:ea typeface="Yu Gothic UI" panose="020B05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4AD1D52-EBF3-5ED1-17E8-2A3AD3C7A2D7}"/>
              </a:ext>
            </a:extLst>
          </p:cNvPr>
          <p:cNvSpPr txBox="1"/>
          <p:nvPr/>
        </p:nvSpPr>
        <p:spPr>
          <a:xfrm>
            <a:off x="3136577" y="139337"/>
            <a:ext cx="5918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600" b="1" dirty="0">
                <a:latin typeface="Consolas" panose="020B0609020204030204" pitchFamily="49" charset="0"/>
              </a:rPr>
              <a:t>Git memorandum.</a:t>
            </a:r>
            <a:endParaRPr kumimoji="1" lang="ja-JP" altLang="en-US" sz="3600" b="1" dirty="0">
              <a:latin typeface="Consolas" panose="020B0609020204030204" pitchFamily="49" charset="0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8F644ED8-74CC-18B7-5876-B1D2800F16E6}"/>
              </a:ext>
            </a:extLst>
          </p:cNvPr>
          <p:cNvSpPr/>
          <p:nvPr/>
        </p:nvSpPr>
        <p:spPr>
          <a:xfrm>
            <a:off x="5179049" y="739949"/>
            <a:ext cx="1833902" cy="101857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2219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9CB81-4BF4-DC43-C856-5087461C5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E41ACB5A-2349-92E5-88A6-4E297A2A2D38}"/>
              </a:ext>
            </a:extLst>
          </p:cNvPr>
          <p:cNvCxnSpPr>
            <a:cxnSpLocks/>
            <a:stCxn id="9" idx="4"/>
            <a:endCxn id="17" idx="0"/>
          </p:cNvCxnSpPr>
          <p:nvPr/>
        </p:nvCxnSpPr>
        <p:spPr>
          <a:xfrm flipH="1">
            <a:off x="876451" y="2017254"/>
            <a:ext cx="5291" cy="1318827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5D8FA216-D338-BC23-3D32-D8FFCBDF34A2}"/>
              </a:ext>
            </a:extLst>
          </p:cNvPr>
          <p:cNvCxnSpPr>
            <a:cxnSpLocks/>
            <a:endCxn id="16" idx="4"/>
          </p:cNvCxnSpPr>
          <p:nvPr/>
        </p:nvCxnSpPr>
        <p:spPr>
          <a:xfrm flipH="1">
            <a:off x="1847994" y="83199"/>
            <a:ext cx="21770" cy="2392909"/>
          </a:xfrm>
          <a:prstGeom prst="line">
            <a:avLst/>
          </a:prstGeom>
          <a:ln w="762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9" name="楕円 8">
            <a:extLst>
              <a:ext uri="{FF2B5EF4-FFF2-40B4-BE49-F238E27FC236}">
                <a16:creationId xmlns:a16="http://schemas.microsoft.com/office/drawing/2014/main" id="{6FC06DC5-24FD-ED69-AFEF-5AC4D486C981}"/>
              </a:ext>
            </a:extLst>
          </p:cNvPr>
          <p:cNvSpPr/>
          <p:nvPr/>
        </p:nvSpPr>
        <p:spPr>
          <a:xfrm>
            <a:off x="775606" y="1804983"/>
            <a:ext cx="212271" cy="212271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AB7E28EB-1333-7EB0-1B2E-3C56F3732C85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876451" y="3548352"/>
            <a:ext cx="1" cy="1836965"/>
          </a:xfrm>
          <a:prstGeom prst="line">
            <a:avLst/>
          </a:prstGeom>
          <a:ln w="762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" name="コネクタ: 曲線 14">
            <a:extLst>
              <a:ext uri="{FF2B5EF4-FFF2-40B4-BE49-F238E27FC236}">
                <a16:creationId xmlns:a16="http://schemas.microsoft.com/office/drawing/2014/main" id="{F164F534-305D-18F3-ABE3-6FB73F43E37C}"/>
              </a:ext>
            </a:extLst>
          </p:cNvPr>
          <p:cNvCxnSpPr>
            <a:cxnSpLocks/>
          </p:cNvCxnSpPr>
          <p:nvPr/>
        </p:nvCxnSpPr>
        <p:spPr>
          <a:xfrm flipV="1">
            <a:off x="876448" y="1910443"/>
            <a:ext cx="1796143" cy="1518557"/>
          </a:xfrm>
          <a:prstGeom prst="curvedConnector3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楕円 15">
            <a:extLst>
              <a:ext uri="{FF2B5EF4-FFF2-40B4-BE49-F238E27FC236}">
                <a16:creationId xmlns:a16="http://schemas.microsoft.com/office/drawing/2014/main" id="{9074ACAA-0701-7D48-E03F-221DA0DB0D1C}"/>
              </a:ext>
            </a:extLst>
          </p:cNvPr>
          <p:cNvSpPr/>
          <p:nvPr/>
        </p:nvSpPr>
        <p:spPr>
          <a:xfrm>
            <a:off x="1741858" y="2263837"/>
            <a:ext cx="212271" cy="212271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A1802317-CB15-4124-EE11-CFE591AF3AB1}"/>
              </a:ext>
            </a:extLst>
          </p:cNvPr>
          <p:cNvSpPr/>
          <p:nvPr/>
        </p:nvSpPr>
        <p:spPr>
          <a:xfrm>
            <a:off x="770315" y="3336081"/>
            <a:ext cx="212271" cy="212271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EAC3954-DCE7-6964-DD83-F0C9F2F15BBE}"/>
              </a:ext>
            </a:extLst>
          </p:cNvPr>
          <p:cNvSpPr txBox="1"/>
          <p:nvPr/>
        </p:nvSpPr>
        <p:spPr>
          <a:xfrm>
            <a:off x="1154038" y="3257550"/>
            <a:ext cx="179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sz="2400" b="1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B12152A-5CA8-28D1-608D-21ED828AEBCE}"/>
              </a:ext>
            </a:extLst>
          </p:cNvPr>
          <p:cNvSpPr txBox="1"/>
          <p:nvPr/>
        </p:nvSpPr>
        <p:spPr>
          <a:xfrm>
            <a:off x="2035779" y="2212912"/>
            <a:ext cx="179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frontend</a:t>
            </a:r>
            <a:endParaRPr kumimoji="1" lang="ja-JP" altLang="en-US" sz="2400" b="1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626BA35F-7A0A-239F-7D22-59F8D92DC0D3}"/>
              </a:ext>
            </a:extLst>
          </p:cNvPr>
          <p:cNvSpPr/>
          <p:nvPr/>
        </p:nvSpPr>
        <p:spPr>
          <a:xfrm>
            <a:off x="1911106" y="1572397"/>
            <a:ext cx="1191476" cy="7190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C91B55B-ACE7-9BF4-1FED-941CB13E17BD}"/>
              </a:ext>
            </a:extLst>
          </p:cNvPr>
          <p:cNvSpPr txBox="1"/>
          <p:nvPr/>
        </p:nvSpPr>
        <p:spPr>
          <a:xfrm>
            <a:off x="8191399" y="2157641"/>
            <a:ext cx="3429144" cy="341632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b="1" dirty="0">
                <a:solidFill>
                  <a:schemeClr val="bg1"/>
                </a:solidFill>
                <a:latin typeface="Ubuntu" panose="020F0502020204030204" pitchFamily="34" charset="0"/>
                <a:ea typeface="Yu Gothic UI" panose="020B0500000000000000" pitchFamily="50" charset="-128"/>
              </a:rPr>
              <a:t>もし</a:t>
            </a:r>
            <a:r>
              <a:rPr kumimoji="1" lang="en-US" altLang="ja-JP" sz="2400" b="1" dirty="0">
                <a:solidFill>
                  <a:schemeClr val="bg1"/>
                </a:solidFill>
                <a:latin typeface="Ubuntu" panose="020F0502020204030204" pitchFamily="34" charset="0"/>
                <a:ea typeface="Yu Gothic UI" panose="020B0500000000000000" pitchFamily="50" charset="-128"/>
              </a:rPr>
              <a:t>main</a:t>
            </a:r>
            <a:r>
              <a:rPr kumimoji="1" lang="ja-JP" altLang="en-US" sz="2400" b="1" dirty="0">
                <a:solidFill>
                  <a:schemeClr val="bg1"/>
                </a:solidFill>
                <a:latin typeface="Ubuntu" panose="020F0502020204030204" pitchFamily="34" charset="0"/>
                <a:ea typeface="Yu Gothic UI" panose="020B0500000000000000" pitchFamily="50" charset="-128"/>
              </a:rPr>
              <a:t>ブランチにもどって</a:t>
            </a:r>
            <a:endParaRPr kumimoji="1" lang="en-US" altLang="ja-JP" sz="2400" b="1" dirty="0">
              <a:solidFill>
                <a:schemeClr val="bg1"/>
              </a:solidFill>
              <a:latin typeface="Ubuntu" panose="020F0502020204030204" pitchFamily="34" charset="0"/>
              <a:ea typeface="Yu Gothic UI" panose="020B0500000000000000" pitchFamily="50" charset="-128"/>
            </a:endParaRPr>
          </a:p>
          <a:p>
            <a:pPr algn="ctr"/>
            <a:r>
              <a:rPr lang="ja-JP" altLang="en-US" sz="2400" b="1" dirty="0">
                <a:solidFill>
                  <a:schemeClr val="bg1"/>
                </a:solidFill>
                <a:latin typeface="Ubuntu" panose="020F0502020204030204" pitchFamily="34" charset="0"/>
                <a:ea typeface="Yu Gothic UI" panose="020B0500000000000000" pitchFamily="50" charset="-128"/>
              </a:rPr>
              <a:t>編集したら</a:t>
            </a:r>
            <a:endParaRPr lang="en-US" altLang="ja-JP" sz="2400" b="1" dirty="0">
              <a:solidFill>
                <a:schemeClr val="bg1"/>
              </a:solidFill>
              <a:latin typeface="Ubuntu" panose="020F0502020204030204" pitchFamily="34" charset="0"/>
              <a:ea typeface="Yu Gothic UI" panose="020B0500000000000000" pitchFamily="50" charset="-128"/>
            </a:endParaRPr>
          </a:p>
          <a:p>
            <a:pPr algn="ctr"/>
            <a:endParaRPr lang="en-US" altLang="ja-JP" sz="2400" b="1" dirty="0">
              <a:solidFill>
                <a:schemeClr val="bg1"/>
              </a:solidFill>
              <a:latin typeface="Ubuntu" panose="020F0502020204030204" pitchFamily="34" charset="0"/>
              <a:ea typeface="Yu Gothic UI" panose="020B0500000000000000" pitchFamily="50" charset="-128"/>
            </a:endParaRPr>
          </a:p>
          <a:p>
            <a:pPr algn="ctr"/>
            <a:endParaRPr kumimoji="1" lang="en-US" altLang="ja-JP" sz="2400" b="1" u="sng" dirty="0">
              <a:solidFill>
                <a:schemeClr val="bg1"/>
              </a:solidFill>
              <a:latin typeface="Ubuntu" panose="020F0502020204030204" pitchFamily="34" charset="0"/>
              <a:ea typeface="Yu Gothic UI" panose="020B0500000000000000" pitchFamily="50" charset="-128"/>
            </a:endParaRPr>
          </a:p>
          <a:p>
            <a:pPr algn="ctr"/>
            <a:endParaRPr lang="en-US" altLang="ja-JP" sz="2400" b="1" u="sng" dirty="0">
              <a:solidFill>
                <a:schemeClr val="bg1"/>
              </a:solidFill>
              <a:latin typeface="Ubuntu" panose="020F0502020204030204" pitchFamily="34" charset="0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3200" b="1" dirty="0">
                <a:solidFill>
                  <a:schemeClr val="bg1"/>
                </a:solidFill>
                <a:latin typeface="Ubuntu" panose="020F0502020204030204" pitchFamily="34" charset="0"/>
                <a:ea typeface="Yu Gothic UI" panose="020B0500000000000000" pitchFamily="50" charset="-128"/>
              </a:rPr>
              <a:t>ここで初めて</a:t>
            </a:r>
            <a:endParaRPr kumimoji="1" lang="en-US" altLang="ja-JP" sz="3200" b="1" dirty="0">
              <a:solidFill>
                <a:schemeClr val="bg1"/>
              </a:solidFill>
              <a:latin typeface="Ubuntu" panose="020F0502020204030204" pitchFamily="34" charset="0"/>
              <a:ea typeface="Yu Gothic UI" panose="020B0500000000000000" pitchFamily="50" charset="-128"/>
            </a:endParaRPr>
          </a:p>
          <a:p>
            <a:pPr algn="ctr"/>
            <a:r>
              <a:rPr kumimoji="1" lang="en-US" altLang="ja-JP" sz="3200" b="1" dirty="0">
                <a:solidFill>
                  <a:schemeClr val="bg1"/>
                </a:solidFill>
                <a:latin typeface="Ubuntu" panose="020F0502020204030204" pitchFamily="34" charset="0"/>
                <a:ea typeface="Yu Gothic UI" panose="020B0500000000000000" pitchFamily="50" charset="-128"/>
              </a:rPr>
              <a:t>2</a:t>
            </a:r>
            <a:r>
              <a:rPr kumimoji="1" lang="ja-JP" altLang="en-US" sz="3200" b="1" dirty="0">
                <a:solidFill>
                  <a:schemeClr val="bg1"/>
                </a:solidFill>
                <a:latin typeface="Ubuntu" panose="020F0502020204030204" pitchFamily="34" charset="0"/>
                <a:ea typeface="Yu Gothic UI" panose="020B0500000000000000" pitchFamily="50" charset="-128"/>
              </a:rPr>
              <a:t>つの</a:t>
            </a:r>
            <a:r>
              <a:rPr kumimoji="1" lang="en-US" altLang="ja-JP" sz="3200" b="1" dirty="0">
                <a:solidFill>
                  <a:schemeClr val="bg1"/>
                </a:solidFill>
                <a:latin typeface="Ubuntu" panose="020F0502020204030204" pitchFamily="34" charset="0"/>
                <a:ea typeface="Yu Gothic UI" panose="020B0500000000000000" pitchFamily="50" charset="-128"/>
              </a:rPr>
              <a:t>branch</a:t>
            </a:r>
            <a:r>
              <a:rPr kumimoji="1" lang="ja-JP" altLang="en-US" sz="3200" b="1" dirty="0">
                <a:solidFill>
                  <a:schemeClr val="bg1"/>
                </a:solidFill>
                <a:latin typeface="Ubuntu" panose="020F0502020204030204" pitchFamily="34" charset="0"/>
                <a:ea typeface="Yu Gothic UI" panose="020B0500000000000000" pitchFamily="50" charset="-128"/>
              </a:rPr>
              <a:t>の</a:t>
            </a:r>
            <a:endParaRPr kumimoji="1" lang="en-US" altLang="ja-JP" sz="3200" b="1" dirty="0">
              <a:solidFill>
                <a:schemeClr val="bg1"/>
              </a:solidFill>
              <a:latin typeface="Ubuntu" panose="020F0502020204030204" pitchFamily="34" charset="0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3200" b="1" u="sng" dirty="0">
                <a:solidFill>
                  <a:schemeClr val="bg1"/>
                </a:solidFill>
                <a:latin typeface="Ubuntu" panose="020F0502020204030204" pitchFamily="34" charset="0"/>
                <a:ea typeface="Yu Gothic UI" panose="020B0500000000000000" pitchFamily="50" charset="-128"/>
              </a:rPr>
              <a:t>「色」</a:t>
            </a:r>
            <a:r>
              <a:rPr kumimoji="1" lang="ja-JP" altLang="en-US" sz="3200" b="1" dirty="0">
                <a:solidFill>
                  <a:schemeClr val="bg1"/>
                </a:solidFill>
                <a:latin typeface="Ubuntu" panose="020F0502020204030204" pitchFamily="34" charset="0"/>
                <a:ea typeface="Yu Gothic UI" panose="020B0500000000000000" pitchFamily="50" charset="-128"/>
              </a:rPr>
              <a:t>が分かれる！</a:t>
            </a:r>
            <a:endParaRPr kumimoji="1" lang="ja-JP" altLang="en-US" sz="4000" b="1" dirty="0">
              <a:solidFill>
                <a:schemeClr val="bg1"/>
              </a:solidFill>
              <a:latin typeface="Ubuntu" panose="020F0502020204030204" pitchFamily="34" charset="0"/>
              <a:ea typeface="Yu Gothic UI" panose="020B05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565F537-9549-F378-AACB-208CE30DB2B2}"/>
              </a:ext>
            </a:extLst>
          </p:cNvPr>
          <p:cNvSpPr/>
          <p:nvPr/>
        </p:nvSpPr>
        <p:spPr>
          <a:xfrm>
            <a:off x="1213805" y="10776"/>
            <a:ext cx="4966300" cy="19113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46D054E-E9A1-5AC0-AFA7-0BCFD1173E7A}"/>
              </a:ext>
            </a:extLst>
          </p:cNvPr>
          <p:cNvSpPr txBox="1"/>
          <p:nvPr/>
        </p:nvSpPr>
        <p:spPr>
          <a:xfrm>
            <a:off x="3136577" y="139337"/>
            <a:ext cx="5918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600" b="1" dirty="0">
                <a:latin typeface="Consolas" panose="020B0609020204030204" pitchFamily="49" charset="0"/>
              </a:rPr>
              <a:t>Git memorandum.</a:t>
            </a:r>
            <a:endParaRPr kumimoji="1" lang="ja-JP" altLang="en-US" sz="3600" b="1" dirty="0">
              <a:latin typeface="Consolas" panose="020B0609020204030204" pitchFamily="49" charset="0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E3623504-E604-FE19-CCBC-18342AECD565}"/>
              </a:ext>
            </a:extLst>
          </p:cNvPr>
          <p:cNvSpPr/>
          <p:nvPr/>
        </p:nvSpPr>
        <p:spPr>
          <a:xfrm>
            <a:off x="5179049" y="739949"/>
            <a:ext cx="1833902" cy="101857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0E02EEF-F2BB-D420-FF4A-160D8B76CB60}"/>
              </a:ext>
            </a:extLst>
          </p:cNvPr>
          <p:cNvCxnSpPr>
            <a:cxnSpLocks/>
            <a:stCxn id="8" idx="4"/>
            <a:endCxn id="23" idx="0"/>
          </p:cNvCxnSpPr>
          <p:nvPr/>
        </p:nvCxnSpPr>
        <p:spPr>
          <a:xfrm flipH="1">
            <a:off x="4792310" y="2017254"/>
            <a:ext cx="5291" cy="1318827"/>
          </a:xfrm>
          <a:prstGeom prst="line">
            <a:avLst/>
          </a:prstGeom>
          <a:ln w="76200">
            <a:solidFill>
              <a:srgbClr val="FF0000"/>
            </a:solidFill>
            <a:prstDash val="soli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楕円 7">
            <a:extLst>
              <a:ext uri="{FF2B5EF4-FFF2-40B4-BE49-F238E27FC236}">
                <a16:creationId xmlns:a16="http://schemas.microsoft.com/office/drawing/2014/main" id="{EC73FF29-7A11-1212-2A97-82844B0F4A32}"/>
              </a:ext>
            </a:extLst>
          </p:cNvPr>
          <p:cNvSpPr/>
          <p:nvPr/>
        </p:nvSpPr>
        <p:spPr>
          <a:xfrm>
            <a:off x="4691465" y="1804983"/>
            <a:ext cx="212271" cy="212271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2D8F35F-0F75-E008-DD01-FC24F8951BA0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4792310" y="3548352"/>
            <a:ext cx="1" cy="1836965"/>
          </a:xfrm>
          <a:prstGeom prst="line">
            <a:avLst/>
          </a:prstGeom>
          <a:ln w="762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コネクタ: 曲線 20">
            <a:extLst>
              <a:ext uri="{FF2B5EF4-FFF2-40B4-BE49-F238E27FC236}">
                <a16:creationId xmlns:a16="http://schemas.microsoft.com/office/drawing/2014/main" id="{A665FF67-14EA-EDDA-E0D7-3B1F8D294F6C}"/>
              </a:ext>
            </a:extLst>
          </p:cNvPr>
          <p:cNvCxnSpPr>
            <a:cxnSpLocks/>
          </p:cNvCxnSpPr>
          <p:nvPr/>
        </p:nvCxnSpPr>
        <p:spPr>
          <a:xfrm flipV="1">
            <a:off x="4792307" y="1910443"/>
            <a:ext cx="1796143" cy="1518557"/>
          </a:xfrm>
          <a:prstGeom prst="curvedConnector3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楕円 21">
            <a:extLst>
              <a:ext uri="{FF2B5EF4-FFF2-40B4-BE49-F238E27FC236}">
                <a16:creationId xmlns:a16="http://schemas.microsoft.com/office/drawing/2014/main" id="{64EF18CF-2A39-D515-593A-81FBC8D3AFDF}"/>
              </a:ext>
            </a:extLst>
          </p:cNvPr>
          <p:cNvSpPr/>
          <p:nvPr/>
        </p:nvSpPr>
        <p:spPr>
          <a:xfrm>
            <a:off x="5657717" y="2263837"/>
            <a:ext cx="212271" cy="212271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730086AE-6D48-BBF8-2129-E08B09C6D7D2}"/>
              </a:ext>
            </a:extLst>
          </p:cNvPr>
          <p:cNvSpPr/>
          <p:nvPr/>
        </p:nvSpPr>
        <p:spPr>
          <a:xfrm>
            <a:off x="4686174" y="3336081"/>
            <a:ext cx="212271" cy="212271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467890C-526C-FD77-513B-C103A7E2A4BF}"/>
              </a:ext>
            </a:extLst>
          </p:cNvPr>
          <p:cNvSpPr txBox="1"/>
          <p:nvPr/>
        </p:nvSpPr>
        <p:spPr>
          <a:xfrm>
            <a:off x="5951638" y="2212912"/>
            <a:ext cx="179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frontend</a:t>
            </a:r>
            <a:endParaRPr kumimoji="1" lang="ja-JP" altLang="en-US" sz="2400" b="1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504A2AD9-428D-8D91-3CFC-0542135E25CB}"/>
              </a:ext>
            </a:extLst>
          </p:cNvPr>
          <p:cNvSpPr/>
          <p:nvPr/>
        </p:nvSpPr>
        <p:spPr>
          <a:xfrm>
            <a:off x="5826965" y="1572397"/>
            <a:ext cx="1191476" cy="7190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矢印: 右 33">
            <a:extLst>
              <a:ext uri="{FF2B5EF4-FFF2-40B4-BE49-F238E27FC236}">
                <a16:creationId xmlns:a16="http://schemas.microsoft.com/office/drawing/2014/main" id="{F9A61777-C37F-81E2-077E-1B6635B5100B}"/>
              </a:ext>
            </a:extLst>
          </p:cNvPr>
          <p:cNvSpPr/>
          <p:nvPr/>
        </p:nvSpPr>
        <p:spPr>
          <a:xfrm>
            <a:off x="2805043" y="3388170"/>
            <a:ext cx="891912" cy="66209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209EB949-8A4C-A8CB-3611-0F1F915CFBA6}"/>
              </a:ext>
            </a:extLst>
          </p:cNvPr>
          <p:cNvSpPr txBox="1"/>
          <p:nvPr/>
        </p:nvSpPr>
        <p:spPr>
          <a:xfrm>
            <a:off x="5140536" y="1706058"/>
            <a:ext cx="179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sz="240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矢印: 右 35">
            <a:extLst>
              <a:ext uri="{FF2B5EF4-FFF2-40B4-BE49-F238E27FC236}">
                <a16:creationId xmlns:a16="http://schemas.microsoft.com/office/drawing/2014/main" id="{40464381-ED4C-E533-B563-3247A6FF7B0E}"/>
              </a:ext>
            </a:extLst>
          </p:cNvPr>
          <p:cNvSpPr/>
          <p:nvPr/>
        </p:nvSpPr>
        <p:spPr>
          <a:xfrm rot="5400000">
            <a:off x="9617608" y="3036824"/>
            <a:ext cx="458247" cy="880813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5256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63</Words>
  <Application>Microsoft Office PowerPoint</Application>
  <PresentationFormat>ワイド画面</PresentationFormat>
  <Paragraphs>24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游ゴシック</vt:lpstr>
      <vt:lpstr>游ゴシック Light</vt:lpstr>
      <vt:lpstr>Arial</vt:lpstr>
      <vt:lpstr>Consolas</vt:lpstr>
      <vt:lpstr>Ubuntu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河本 颯真</dc:creator>
  <cp:lastModifiedBy>河本 颯真</cp:lastModifiedBy>
  <cp:revision>1</cp:revision>
  <dcterms:created xsi:type="dcterms:W3CDTF">2026-04-15T09:40:25Z</dcterms:created>
  <dcterms:modified xsi:type="dcterms:W3CDTF">2026-04-15T11:52:02Z</dcterms:modified>
</cp:coreProperties>
</file>